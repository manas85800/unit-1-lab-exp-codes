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5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C65A46-7206-F100-85FC-65314D15F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2D6A7B-E8CA-C81E-8E62-F840F2C8A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A26FA93-86C4-35DF-DB61-45EEECE58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FB86FC0-1BBC-49D9-38F5-A3BF27DE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8C66E1-2BD3-8ADE-F2BE-803CCB3E9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56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FC066C-C4CE-8A58-60AA-C3F0AA4C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375A2F-EA1C-E507-2B39-85E8407B1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26EC76D-9CBD-7F98-8784-7F4D68F4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E0B29-A98C-C0FA-35E5-070E7BE8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009009-76BF-074A-C1CA-62B3EE21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81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C2EEC2-16B5-1ABB-6787-67535E6D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2C3C4A6-6FB0-C24F-C842-8B8ACB3D7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7C6786-4A7A-EB4B-1416-270B6409C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C464947-55B6-BED4-08CB-A853FC531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3A07A8B-8545-464A-2ABD-4B21840CC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939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92FE8D-020E-1C7A-CE51-08DF0E8A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A03E5E-6E69-B8B5-C7B3-0DB9FD7EB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455D062-F8A6-FF98-D15E-64A9D54F8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ABAEDB-684A-9BC7-AFD0-01057DABF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CF37B41-0117-7860-FB96-BD6C9B0D6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98E5DA3-661B-2C58-CADC-59BD90D9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27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8E72E4-BE07-E9AE-7F6D-6A872397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590E740-5E6C-3048-4BB4-F167AEA10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623F8F2-AAF9-CB07-83DE-133CD5174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CEFF1AF-0289-55FD-0CB2-174CBE420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8E2DEF4-6241-9CC3-5F76-5981D0C96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E3D0944-2DE9-ED8F-7B7A-D5F967306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245C55B-4C99-6556-47A5-039C0D54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282D3C9-CDCC-15A5-91D3-FBBF2E63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504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57E0FE-D2BE-0147-FF3F-B6873CFAD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307EBF2-0D4E-2CE4-D760-97FB6CC2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13E0D0F-9525-59A5-B108-4E4751680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20D372C-2076-D55C-833C-9F2C2D23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FF6A2CD-B77F-C792-D3BF-234E566E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8124772-CFF5-93A6-8831-704FDE4C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0B37712-CCC1-9126-6FAA-A0C036C3C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64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EA8F46-F4DA-C0BA-5F52-ABA6C7B5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FF2276-5BE3-BAFE-4A1D-C16050D34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84611FD-5FFE-5045-B256-72665038B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3FF1D63-449E-162B-50F5-017AEFC4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FE303CB-E8D5-88F0-8D1A-8A025315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97D1106-C58B-B373-C650-F2F7F833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54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674D6DE-9576-E879-0253-9C221CE8C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364C2A3-6E79-6EC5-DC30-48113CE44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482BDA4-2860-2B24-D300-272FFA732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14F4214-6D97-1B3C-52B4-38A3BB35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9ADBEED-6E51-6A30-F685-852ABC8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63E6AAE-8031-A2F0-7202-44E5A310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114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0324E5-8BF8-3136-554D-6C612ED5F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5D82286-1E2D-9EAB-EBA3-D61B8FAEE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635DC7F-FC9B-304F-FA27-326E45B1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057D9B-C24B-BC74-55E7-6FB1AC3B1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4874B6F-36B5-5DC1-BBE9-041725C7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08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F5D452E-88C5-7092-4A24-575650173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9D62CB4-E597-53AE-1122-9BE3E67B1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7A74789-F734-8B4C-148F-F9FBF874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8A54755-CA71-A3FB-5EC5-016F0FE03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A96B6FE-2F18-39DA-6A38-69109644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A2B5EC2-C7E7-F298-4F21-15CD2B5C0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D37D57D-8915-DD3C-BA59-6A3FE418E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168D4F-56FA-3960-7CEF-F7CF0F93C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6D14E-F073-4D39-A459-C62DA9F13C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CBF264-15B6-316A-CFAC-504F21752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B4C8A9C-DB74-AEDC-0522-91F5CE9FA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B9C48-172D-4B4A-8A15-91646112B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6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C61BBD-050C-89E9-E94C-ACF1E14E86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NAME:Sunkara</a:t>
            </a:r>
            <a:r>
              <a:rPr lang="en-US" dirty="0"/>
              <a:t> Sai Manas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9C22648-DF3D-B033-1F0A-3339DC58F3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Branch/</a:t>
            </a:r>
            <a:r>
              <a:rPr lang="en-US" dirty="0" err="1"/>
              <a:t>sec:CSE</a:t>
            </a:r>
            <a:r>
              <a:rPr lang="en-US"/>
              <a:t> </a:t>
            </a:r>
            <a:r>
              <a:rPr lang="en-US" smtClean="0"/>
              <a:t>3</a:t>
            </a:r>
            <a:endParaRPr lang="en-US" dirty="0"/>
          </a:p>
          <a:p>
            <a:r>
              <a:rPr lang="en-US" dirty="0"/>
              <a:t>ROLL NO.26000200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8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63500F-48C7-9154-562C-03FB017EA1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CASE-5:Digital Library Management Interface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3800B83-5B9A-6B83-2030-251074962D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a library website with book categories, book covers, author details, availability labels, search and filter interface elements, and library rules. Use CSS Grid and structured tables for displaying catalog information.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50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E1510DF-BFBD-3EE0-AC7B-E30837D50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09791" y="1523236"/>
            <a:ext cx="6972418" cy="381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7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A5084CF-3E57-FA0A-464A-A5C5C942F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523236"/>
            <a:ext cx="12192000" cy="381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7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049BA4-03A6-82DD-4067-6922D7F317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CASE-6:Online Shopping Website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CB0318B-A022-CF01-3740-A87AB7751E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 an e-commerce interface displaying products, prices, discounts, ratings, categories, product descriptions, and shopping buttons. Design a responsive product grid, promotional banners, and a shopping navigation bar.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752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03EAFD0-6D76-D67C-FF49-2E6F4F63E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036"/>
            <a:ext cx="12192000" cy="673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7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6F4E5CFA-7E04-3BD1-C46B-FCD49598F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77352"/>
            <a:ext cx="12192000" cy="230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95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56DF7D-6C57-F9FC-B967-AC327FD41B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CASE-7:Electronics Store Website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B42F33B-3547-FFB0-F8EF-E3D1D9DCDC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Develop an online electronics catalog for laptops, smartphones, accessories, and smart devices. Include product comparison tables, specifications, discount labels, category filters, and product detail layouts.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628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321A3F6-B3E2-0AB9-E0DD-1A47D78E4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4" y="63036"/>
            <a:ext cx="12153071" cy="673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64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4ADB83B-96CD-2C4F-20E9-842BFDF67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701"/>
            <a:ext cx="12192000" cy="6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6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</Words>
  <Application>Microsoft Office PowerPoint</Application>
  <PresentationFormat>Widescreen</PresentationFormat>
  <Paragraphs>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NAME:Sunkara Sai Manas</vt:lpstr>
      <vt:lpstr>CASE-5:Digital Library Management Interface </vt:lpstr>
      <vt:lpstr>PowerPoint Presentation</vt:lpstr>
      <vt:lpstr>PowerPoint Presentation</vt:lpstr>
      <vt:lpstr>CASE-6:Online Shopping Website </vt:lpstr>
      <vt:lpstr>PowerPoint Presentation</vt:lpstr>
      <vt:lpstr>PowerPoint Presentation</vt:lpstr>
      <vt:lpstr>CASE-7:Electronics Store Website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NAME:Sunkara Sai Manas</dc:title>
  <dc:creator>Tatineni Rajesh</dc:creator>
  <cp:lastModifiedBy>Tatineni Rajesh</cp:lastModifiedBy>
  <cp:revision>4</cp:revision>
  <dcterms:created xsi:type="dcterms:W3CDTF">2026-10-25T14:04:18Z</dcterms:created>
  <dcterms:modified xsi:type="dcterms:W3CDTF">2026-10-25T14:12:51Z</dcterms:modified>
</cp:coreProperties>
</file>